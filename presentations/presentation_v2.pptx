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SPTrans Data Pipeline – Monitoramento em Near Real-Time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🚌 Rafael Pisciottano Leitão</a:t>
            </a:r>
          </a:p>
          <a:p>
            <a:r>
              <a:t>📍 Projeto: Sistema de Métricas e KPIs para Transporte Público de São Paulo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Criar um produto de dados em near real-time que possibilite métricas, KPIs e monitoramento operacional dos ônibus da cidade de São Paulo.</a:t>
            </a:r>
          </a:p>
          <a:p/>
          <a:p>
            <a:r>
              <a:t>• Fonte de dados: API Olho Vivo (SPTrans)</a:t>
            </a:r>
          </a:p>
          <a:p>
            <a:r>
              <a:t>• Dados complementares: GTFS (SPTrans)</a:t>
            </a:r>
          </a:p>
          <a:p>
            <a:r>
              <a:t>• Frequência: a cada 2 minutos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Olho Vivo ─┬─&gt; Raw Layer ─┬─&gt; Silver Layer ─┬─&gt; Gold Layer ─┬─&gt; Dashboards</a:t>
            </a:r>
          </a:p>
          <a:p>
            <a:r>
              <a:t>GTFS (estático)┘              │                 │                └─&gt; APIs e BI</a:t>
            </a:r>
          </a:p>
          <a:p>
            <a:r>
              <a:t>                               │                 │</a:t>
            </a:r>
          </a:p>
          <a:p>
            <a:r>
              <a:t>                            Airflow + Spark   PostgreSQL + Grafana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Orquestração: Apache Airflow</a:t>
            </a:r>
          </a:p>
          <a:p>
            <a:r>
              <a:t>Processamento: Apache Spark</a:t>
            </a:r>
          </a:p>
          <a:p>
            <a:r>
              <a:t>Armazenamento: MinIO</a:t>
            </a:r>
          </a:p>
          <a:p>
            <a:r>
              <a:t>Banco de Dados: PostgreSQL</a:t>
            </a:r>
          </a:p>
          <a:p>
            <a:r>
              <a:t>Visualização: Grafana / Superset</a:t>
            </a:r>
          </a:p>
          <a:p>
            <a:r>
              <a:t>Enriquecimento: Nominatim (OpenStreetMap)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Camadas do Data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– Dados brutos (API, GTFS)</a:t>
            </a:r>
          </a:p>
          <a:p>
            <a:r>
              <a:t>SILVER – Dados limpos e integrados</a:t>
            </a:r>
          </a:p>
          <a:p>
            <a:r>
              <a:t>GOLD – KPIs e métricas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Velocidade média por linha</a:t>
            </a:r>
          </a:p>
          <a:p>
            <a:r>
              <a:t>• Taxa de pontualidade</a:t>
            </a:r>
          </a:p>
          <a:p>
            <a:r>
              <a:t>• Número de ônibus ativos</a:t>
            </a:r>
          </a:p>
          <a:p>
            <a:r>
              <a:t>• Índice de cobertura operacional</a:t>
            </a:r>
          </a:p>
          <a:p>
            <a:r>
              <a:t>• Mapas de calor por região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Fluxo completo via Airflow:</a:t>
            </a:r>
          </a:p>
          <a:p>
            <a:r>
              <a:t>1️⃣ Coleta → 2️⃣ Transformação → 3️⃣ Armazenamento → 4️⃣ Visualização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Monitoramento operacional contínuo</a:t>
            </a:r>
          </a:p>
          <a:p>
            <a:r>
              <a:t>✅ Indicadores confiáveis para decisão</a:t>
            </a:r>
          </a:p>
          <a:p>
            <a:r>
              <a:t>✅ Arquitetura escalável e auditável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Implantar camada de API REST</a:t>
            </a:r>
          </a:p>
          <a:p>
            <a:r>
              <a:t>• Conectar dados de ocupação via IoT</a:t>
            </a:r>
          </a:p>
          <a:p>
            <a:r>
              <a:t>• Publicar dashboards abertos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